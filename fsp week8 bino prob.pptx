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4748AF-1E9A-4712-9A53-702532B592EF}" v="5" dt="2025-11-05T15:41:56.3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987" autoAdjust="0"/>
  </p:normalViewPr>
  <p:slideViewPr>
    <p:cSldViewPr snapToGrid="0">
      <p:cViewPr varScale="1">
        <p:scale>
          <a:sx n="63" d="100"/>
          <a:sy n="63" d="100"/>
        </p:scale>
        <p:origin x="1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NI KUMARI" userId="4e2e3350ced1d2fe" providerId="LiveId" clId="{328C61CF-34CC-42A9-9350-0CE02AC1BD42}"/>
    <pc:docChg chg="custSel addSld modSld sldOrd">
      <pc:chgData name="RANI KUMARI" userId="4e2e3350ced1d2fe" providerId="LiveId" clId="{328C61CF-34CC-42A9-9350-0CE02AC1BD42}" dt="2025-11-05T16:00:10.646" v="693" actId="680"/>
      <pc:docMkLst>
        <pc:docMk/>
      </pc:docMkLst>
      <pc:sldChg chg="ord">
        <pc:chgData name="RANI KUMARI" userId="4e2e3350ced1d2fe" providerId="LiveId" clId="{328C61CF-34CC-42A9-9350-0CE02AC1BD42}" dt="2025-11-05T15:33:33.307" v="39"/>
        <pc:sldMkLst>
          <pc:docMk/>
          <pc:sldMk cId="4011811761" sldId="257"/>
        </pc:sldMkLst>
      </pc:sldChg>
      <pc:sldChg chg="addSp delSp modSp mod ord">
        <pc:chgData name="RANI KUMARI" userId="4e2e3350ced1d2fe" providerId="LiveId" clId="{328C61CF-34CC-42A9-9350-0CE02AC1BD42}" dt="2025-11-05T15:56:18.998" v="692"/>
        <pc:sldMkLst>
          <pc:docMk/>
          <pc:sldMk cId="1933027161" sldId="258"/>
        </pc:sldMkLst>
        <pc:spChg chg="mod">
          <ac:chgData name="RANI KUMARI" userId="4e2e3350ced1d2fe" providerId="LiveId" clId="{328C61CF-34CC-42A9-9350-0CE02AC1BD42}" dt="2025-11-05T15:55:38.012" v="686" actId="14100"/>
          <ac:spMkLst>
            <pc:docMk/>
            <pc:sldMk cId="1933027161" sldId="258"/>
            <ac:spMk id="2" creationId="{A057E63C-B9ED-883F-806A-F5C504142AC0}"/>
          </ac:spMkLst>
        </pc:spChg>
        <pc:spChg chg="add del mod">
          <ac:chgData name="RANI KUMARI" userId="4e2e3350ced1d2fe" providerId="LiveId" clId="{328C61CF-34CC-42A9-9350-0CE02AC1BD42}" dt="2025-11-05T15:55:24.327" v="683" actId="21"/>
          <ac:spMkLst>
            <pc:docMk/>
            <pc:sldMk cId="1933027161" sldId="258"/>
            <ac:spMk id="15" creationId="{479EE4ED-39EB-F2F0-5313-6B4EECA143E3}"/>
          </ac:spMkLst>
        </pc:spChg>
        <pc:picChg chg="del">
          <ac:chgData name="RANI KUMARI" userId="4e2e3350ced1d2fe" providerId="LiveId" clId="{328C61CF-34CC-42A9-9350-0CE02AC1BD42}" dt="2025-11-05T15:55:03.850" v="679" actId="21"/>
          <ac:picMkLst>
            <pc:docMk/>
            <pc:sldMk cId="1933027161" sldId="258"/>
            <ac:picMk id="9" creationId="{573368AD-AF5C-201F-6B39-F0650CF5F31F}"/>
          </ac:picMkLst>
        </pc:picChg>
        <pc:picChg chg="del mod">
          <ac:chgData name="RANI KUMARI" userId="4e2e3350ced1d2fe" providerId="LiveId" clId="{328C61CF-34CC-42A9-9350-0CE02AC1BD42}" dt="2025-11-05T15:55:00.279" v="678" actId="21"/>
          <ac:picMkLst>
            <pc:docMk/>
            <pc:sldMk cId="1933027161" sldId="258"/>
            <ac:picMk id="11" creationId="{49B76B4C-7401-6DF0-7EA2-E67C7B6BED00}"/>
          </ac:picMkLst>
        </pc:picChg>
        <pc:picChg chg="mod">
          <ac:chgData name="RANI KUMARI" userId="4e2e3350ced1d2fe" providerId="LiveId" clId="{328C61CF-34CC-42A9-9350-0CE02AC1BD42}" dt="2025-11-05T15:55:51.047" v="688" actId="1076"/>
          <ac:picMkLst>
            <pc:docMk/>
            <pc:sldMk cId="1933027161" sldId="258"/>
            <ac:picMk id="13" creationId="{6ABDDAF1-F0F9-9F3C-BE46-E8D0305519E0}"/>
          </ac:picMkLst>
        </pc:picChg>
      </pc:sldChg>
      <pc:sldChg chg="addSp delSp modSp new mod ord">
        <pc:chgData name="RANI KUMARI" userId="4e2e3350ced1d2fe" providerId="LiveId" clId="{328C61CF-34CC-42A9-9350-0CE02AC1BD42}" dt="2025-11-05T15:56:09.474" v="690"/>
        <pc:sldMkLst>
          <pc:docMk/>
          <pc:sldMk cId="1343120725" sldId="259"/>
        </pc:sldMkLst>
        <pc:spChg chg="mod">
          <ac:chgData name="RANI KUMARI" userId="4e2e3350ced1d2fe" providerId="LiveId" clId="{328C61CF-34CC-42A9-9350-0CE02AC1BD42}" dt="2025-11-05T15:54:07.933" v="672" actId="1076"/>
          <ac:spMkLst>
            <pc:docMk/>
            <pc:sldMk cId="1343120725" sldId="259"/>
            <ac:spMk id="2" creationId="{1904C18A-1549-9CA2-66E4-381E6905C09D}"/>
          </ac:spMkLst>
        </pc:spChg>
        <pc:spChg chg="del">
          <ac:chgData name="RANI KUMARI" userId="4e2e3350ced1d2fe" providerId="LiveId" clId="{328C61CF-34CC-42A9-9350-0CE02AC1BD42}" dt="2025-11-05T15:31:55.103" v="15" actId="931"/>
          <ac:spMkLst>
            <pc:docMk/>
            <pc:sldMk cId="1343120725" sldId="259"/>
            <ac:spMk id="3" creationId="{BD8B65E3-19D3-8DCB-F55E-B68A4A104BE8}"/>
          </ac:spMkLst>
        </pc:spChg>
        <pc:picChg chg="add mod">
          <ac:chgData name="RANI KUMARI" userId="4e2e3350ced1d2fe" providerId="LiveId" clId="{328C61CF-34CC-42A9-9350-0CE02AC1BD42}" dt="2025-11-05T15:53:46.440" v="667" actId="14100"/>
          <ac:picMkLst>
            <pc:docMk/>
            <pc:sldMk cId="1343120725" sldId="259"/>
            <ac:picMk id="5" creationId="{02706721-1D26-93D8-1EFD-CC0225CF3137}"/>
          </ac:picMkLst>
        </pc:picChg>
        <pc:picChg chg="add mod">
          <ac:chgData name="RANI KUMARI" userId="4e2e3350ced1d2fe" providerId="LiveId" clId="{328C61CF-34CC-42A9-9350-0CE02AC1BD42}" dt="2025-11-05T15:53:05.073" v="658" actId="14100"/>
          <ac:picMkLst>
            <pc:docMk/>
            <pc:sldMk cId="1343120725" sldId="259"/>
            <ac:picMk id="7" creationId="{1860C62B-59CF-FBBB-0297-CE5CC8628B2F}"/>
          </ac:picMkLst>
        </pc:picChg>
        <pc:picChg chg="add mod">
          <ac:chgData name="RANI KUMARI" userId="4e2e3350ced1d2fe" providerId="LiveId" clId="{328C61CF-34CC-42A9-9350-0CE02AC1BD42}" dt="2025-11-05T15:53:16.542" v="660" actId="14100"/>
          <ac:picMkLst>
            <pc:docMk/>
            <pc:sldMk cId="1343120725" sldId="259"/>
            <ac:picMk id="9" creationId="{6356152B-7FBA-9234-EDAB-EDA0247510D6}"/>
          </ac:picMkLst>
        </pc:picChg>
      </pc:sldChg>
      <pc:sldChg chg="modSp new mod ord">
        <pc:chgData name="RANI KUMARI" userId="4e2e3350ced1d2fe" providerId="LiveId" clId="{328C61CF-34CC-42A9-9350-0CE02AC1BD42}" dt="2025-11-05T15:52:41.240" v="657" actId="207"/>
        <pc:sldMkLst>
          <pc:docMk/>
          <pc:sldMk cId="3607767929" sldId="260"/>
        </pc:sldMkLst>
        <pc:spChg chg="mod">
          <ac:chgData name="RANI KUMARI" userId="4e2e3350ced1d2fe" providerId="LiveId" clId="{328C61CF-34CC-42A9-9350-0CE02AC1BD42}" dt="2025-11-05T15:52:41.240" v="657" actId="207"/>
          <ac:spMkLst>
            <pc:docMk/>
            <pc:sldMk cId="3607767929" sldId="260"/>
            <ac:spMk id="2" creationId="{6A80BE67-C8CC-DD7A-298D-AE129D47F9D2}"/>
          </ac:spMkLst>
        </pc:spChg>
        <pc:spChg chg="mod">
          <ac:chgData name="RANI KUMARI" userId="4e2e3350ced1d2fe" providerId="LiveId" clId="{328C61CF-34CC-42A9-9350-0CE02AC1BD42}" dt="2025-11-05T15:51:28.243" v="576" actId="20577"/>
          <ac:spMkLst>
            <pc:docMk/>
            <pc:sldMk cId="3607767929" sldId="260"/>
            <ac:spMk id="3" creationId="{6CCFC1E7-44C4-5C0C-AC05-747F77D770E3}"/>
          </ac:spMkLst>
        </pc:spChg>
      </pc:sldChg>
      <pc:sldChg chg="new">
        <pc:chgData name="RANI KUMARI" userId="4e2e3350ced1d2fe" providerId="LiveId" clId="{328C61CF-34CC-42A9-9350-0CE02AC1BD42}" dt="2025-11-05T16:00:10.646" v="693" actId="680"/>
        <pc:sldMkLst>
          <pc:docMk/>
          <pc:sldMk cId="4069568226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7E019-A62A-2594-0983-F8D9934B9F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ABD6B-088D-C003-5FCD-F6693446B3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B5B09-2797-8B56-AD1E-1437B0151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D80B7-75D2-4FFC-A71C-57D9E0076634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C561D-3898-00C2-826F-1109B6A2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58DB9-97B3-0B22-2E1D-18475B186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C1F1C-5039-4B91-93A3-C94A880C60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376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65A8F-CC26-5CB4-1121-6835CD113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A494A-D96A-4CE7-0D4B-818AC4262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C159D-4DCC-D5B3-E6B1-46FE6B889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D80B7-75D2-4FFC-A71C-57D9E0076634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F39F3-479F-379E-9537-BD3A140CD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98386-72CC-7719-DC86-1EA315120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C1F1C-5039-4B91-93A3-C94A880C60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598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4EFA5-5576-C5A3-BAC9-3F9D215AB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71E3D5-6503-C85E-4DB9-D2CB16C02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3A402-44A4-61B7-D036-D0D85BFA8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D80B7-75D2-4FFC-A71C-57D9E0076634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4228A-C748-2A8F-9975-BAA692A73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F478D-805B-36AD-241B-D9AFB53F1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C1F1C-5039-4B91-93A3-C94A880C60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037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18E68-D893-7B9A-F1D5-FD59D0D8D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F7547-0AA4-BA66-4F18-819FAB8347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FBDCC9-46F3-05E7-B1C0-6116E8D63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EFB0A-CE9D-82CE-A8E3-4FA527B51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D80B7-75D2-4FFC-A71C-57D9E0076634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14EC4-B07A-5390-9D01-FF5D65233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776EFC-9777-24C8-43F4-E92E6A768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C1F1C-5039-4B91-93A3-C94A880C60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932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F14AF-F1DB-9867-BF41-E1E8BF895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FF2AC-60E3-B180-03F0-06205F33D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9444F1-A45F-9EF5-19A6-4A82D84719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42E8CB-0F97-DB1B-8070-9F9A597EFC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52D83A-FFDD-B1D1-BCD0-A30D17CEE0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741C2F-2244-FA55-3D28-24E93CC82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D80B7-75D2-4FFC-A71C-57D9E0076634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78CF21-707D-165B-C4DE-6CD140EC0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82840A-7CFC-6B8C-1051-7A371F041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C1F1C-5039-4B91-93A3-C94A880C60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801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FEAAF-50B7-376D-1E39-51EE4927F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32B85A-61DC-FD9B-5516-8EADD215B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D80B7-75D2-4FFC-A71C-57D9E0076634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3FEDC5-BA01-EF1A-591B-0889B2F46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759B8B-CB22-9DDA-A1AE-B26AC6BAC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C1F1C-5039-4B91-93A3-C94A880C60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149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DFCA76-2A75-4215-8553-566F40AC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D80B7-75D2-4FFC-A71C-57D9E0076634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BDC698-B896-CF8D-B714-DA6907E6E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CFF8B-F4E6-8200-43F0-DE2F77FED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C1F1C-5039-4B91-93A3-C94A880C60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9934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ABB84-FF4A-ED71-A9CE-6E9367228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451C0-37F5-5A4F-5E35-17BBDAA41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CB6615-E9AD-B802-F87D-580436ED5B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3CCF6B-F26F-03BA-2DEE-A369C4E57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D80B7-75D2-4FFC-A71C-57D9E0076634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15981D-989B-46E2-4207-AD902CC3E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0B4C3B-8694-D1A7-B452-EF2A463B4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C1F1C-5039-4B91-93A3-C94A880C60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647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2EDF5-B1E1-4D0B-615A-E6D8F911C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2B9268-7059-81B9-2A5D-4A7E5938F1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194E54-DB0B-B4B9-1948-CAC48EE91D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50F62C-5AE8-2E7D-009F-B216BA9B2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D80B7-75D2-4FFC-A71C-57D9E0076634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73517C-CCC9-69C0-38F7-6F2131F53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4C8F2-05B4-31F6-4CA5-EA3ED88F7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C1F1C-5039-4B91-93A3-C94A880C60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082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E387C-60D9-A593-9007-0B9769EC7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212600-0480-B153-C3A2-ED8012C58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D2E20-21FD-67AD-D3E0-8C30EB55C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D80B7-75D2-4FFC-A71C-57D9E0076634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6F9AA-EF86-C23E-00D6-9486695AE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F2800-869F-657F-98B9-A71E75755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C1F1C-5039-4B91-93A3-C94A880C60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524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CEBB89-8ED2-83BA-6258-498213E87E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57D419-245A-1FDF-01AF-4E3EEEFD9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178B4-B4ED-E04D-228E-7185F65AE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D80B7-75D2-4FFC-A71C-57D9E0076634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FE1CF-D81A-C353-5D5E-D25AA590D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444AE-FE40-C50E-2237-0FEC35D59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C1F1C-5039-4B91-93A3-C94A880C60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040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66C376-336E-81DB-D427-69FF3897A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0EE299-0EDB-B10B-4A3E-4366928DD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12E0F-903C-7A2C-0CD7-5EC6A503F1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AD80B7-75D2-4FFC-A71C-57D9E0076634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04F95-4A3D-5134-FD8A-0C77DCA1C1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3EF66-CB49-66A1-EA6F-941000CE7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EC1F1C-5039-4B91-93A3-C94A880C60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689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0BE67-C8CC-DD7A-298D-AE129D47F9D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10000"/>
              <a:lumOff val="90000"/>
            </a:schemeClr>
          </a:solidFill>
        </p:spPr>
        <p:txBody>
          <a:bodyPr/>
          <a:lstStyle/>
          <a:p>
            <a:r>
              <a:rPr lang="en-IN" dirty="0"/>
              <a:t>Calculation of binomial probability, permutations and </a:t>
            </a:r>
            <a:r>
              <a:rPr lang="en-IN" dirty="0" err="1"/>
              <a:t>combinatiions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FC1E7-44C4-5C0C-AC05-747F77D77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Step 1: </a:t>
            </a:r>
            <a:r>
              <a:rPr lang="en-IN" dirty="0"/>
              <a:t>Start with a dataset contain binary treatment response(‘improvement’  or  ‘no improvement’).</a:t>
            </a:r>
          </a:p>
          <a:p>
            <a:r>
              <a:rPr lang="en-IN" b="1" dirty="0"/>
              <a:t>Step 2: </a:t>
            </a:r>
            <a:r>
              <a:rPr lang="en-IN" i="1" dirty="0"/>
              <a:t>upload dataset in file widget.</a:t>
            </a:r>
          </a:p>
          <a:p>
            <a:r>
              <a:rPr lang="en-IN" b="1" dirty="0"/>
              <a:t>Step 3: </a:t>
            </a:r>
            <a:r>
              <a:rPr lang="en-IN" i="1" dirty="0"/>
              <a:t>calculate probability   </a:t>
            </a:r>
            <a:r>
              <a:rPr lang="en-IN" i="1" u="sng" dirty="0"/>
              <a:t>define  this library inside python widget(</a:t>
            </a:r>
            <a:r>
              <a:rPr lang="en-IN" i="1" dirty="0"/>
              <a:t> use library : </a:t>
            </a:r>
            <a:r>
              <a:rPr lang="en-IN" b="1" i="1" dirty="0" err="1"/>
              <a:t>scipy.stats</a:t>
            </a:r>
            <a:r>
              <a:rPr lang="en-IN" b="1" i="1" dirty="0"/>
              <a:t> import </a:t>
            </a:r>
            <a:r>
              <a:rPr lang="en-IN" b="1" i="1" dirty="0" err="1"/>
              <a:t>binom</a:t>
            </a:r>
            <a:r>
              <a:rPr lang="en-IN" b="1" i="1" dirty="0"/>
              <a:t>  and  </a:t>
            </a:r>
            <a:r>
              <a:rPr lang="en-IN" b="1" i="1" dirty="0" err="1"/>
              <a:t>FUNCTION:binom.pmf</a:t>
            </a:r>
            <a:r>
              <a:rPr lang="en-IN" b="1" i="1" dirty="0"/>
              <a:t>).</a:t>
            </a:r>
          </a:p>
          <a:p>
            <a:r>
              <a:rPr lang="en-IN" b="1" i="1" dirty="0"/>
              <a:t>Step 4:</a:t>
            </a:r>
            <a:r>
              <a:rPr lang="en-IN" i="1" dirty="0"/>
              <a:t>calculate combination, use library </a:t>
            </a:r>
            <a:r>
              <a:rPr lang="en-IN" i="1" u="sng" dirty="0"/>
              <a:t>math </a:t>
            </a:r>
            <a:r>
              <a:rPr lang="en-IN" b="1" i="1" dirty="0"/>
              <a:t>(</a:t>
            </a:r>
            <a:r>
              <a:rPr lang="en-IN" b="1" i="1" dirty="0" err="1"/>
              <a:t>math.comb</a:t>
            </a:r>
            <a:r>
              <a:rPr lang="en-IN" b="1" i="1" dirty="0"/>
              <a:t> –function) .</a:t>
            </a:r>
          </a:p>
          <a:p>
            <a:r>
              <a:rPr lang="en-IN" b="1" i="1" dirty="0"/>
              <a:t>Step 5: </a:t>
            </a:r>
            <a:r>
              <a:rPr lang="en-IN" i="1" dirty="0"/>
              <a:t>calculate permutations use function</a:t>
            </a:r>
            <a:r>
              <a:rPr lang="en-IN" b="1" i="1" dirty="0"/>
              <a:t> </a:t>
            </a:r>
            <a:r>
              <a:rPr lang="en-IN" b="1" i="1" dirty="0" err="1"/>
              <a:t>math.perm</a:t>
            </a:r>
            <a:r>
              <a:rPr lang="en-IN" b="1" i="1" dirty="0"/>
              <a:t>.</a:t>
            </a:r>
            <a:endParaRPr lang="en-IN" i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776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26B59-021F-C44A-F4FB-C74F4B0570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89FB2F-1C85-389B-F67C-5AB3A27A85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CFBAFA-2E6D-A95A-6258-9EB4B7C270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067"/>
            <a:ext cx="12192000" cy="670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431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5E45F-423A-4278-C6A9-B30154734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51E68D9-4961-A646-4AA9-B5DDCC8B83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16756"/>
            <a:ext cx="10515600" cy="3369075"/>
          </a:xfrm>
        </p:spPr>
      </p:pic>
    </p:spTree>
    <p:extLst>
      <p:ext uri="{BB962C8B-B14F-4D97-AF65-F5344CB8AC3E}">
        <p14:creationId xmlns:p14="http://schemas.microsoft.com/office/powerpoint/2010/main" val="4011811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7E63C-B9ED-883F-806A-F5C504142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07997" cy="244475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pic>
        <p:nvPicPr>
          <p:cNvPr id="13" name="Picture 12" descr="A screenshot of a computer">
            <a:extLst>
              <a:ext uri="{FF2B5EF4-FFF2-40B4-BE49-F238E27FC236}">
                <a16:creationId xmlns:a16="http://schemas.microsoft.com/office/drawing/2014/main" id="{6ABDDAF1-F0F9-9F3C-BE46-E8D0305519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520" y="540405"/>
            <a:ext cx="8225843" cy="5777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027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4C18A-1549-9CA2-66E4-381E6905C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" y="132080"/>
            <a:ext cx="4546600" cy="1233488"/>
          </a:xfrm>
          <a:solidFill>
            <a:schemeClr val="tx2">
              <a:lumMod val="10000"/>
              <a:lumOff val="90000"/>
            </a:schemeClr>
          </a:solidFill>
        </p:spPr>
        <p:txBody>
          <a:bodyPr/>
          <a:lstStyle/>
          <a:p>
            <a:r>
              <a:rPr lang="en-IN" dirty="0"/>
              <a:t>Python  codes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706721-1D26-93D8-1EFD-CC0225CF31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" y="1534160"/>
            <a:ext cx="5445760" cy="4958715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860C62B-59CF-FBBB-0297-CE5CC8628B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6268720" cy="3257653"/>
          </a:xfrm>
          <a:prstGeom prst="rect">
            <a:avLst/>
          </a:prstGeom>
        </p:spPr>
      </p:pic>
      <p:pic>
        <p:nvPicPr>
          <p:cNvPr id="9" name="Picture 8" descr="A screenshot of a computer">
            <a:extLst>
              <a:ext uri="{FF2B5EF4-FFF2-40B4-BE49-F238E27FC236}">
                <a16:creationId xmlns:a16="http://schemas.microsoft.com/office/drawing/2014/main" id="{6356152B-7FBA-9234-EDAB-EDA0247510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0544" y="3429000"/>
            <a:ext cx="6111456" cy="3273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120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A0CE7-F7AC-8960-CB47-837F62F67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B91F4-92A1-835B-7792-800B3CB21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9568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93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Calculation of binomial probability, permutations and combinatiions</vt:lpstr>
      <vt:lpstr>PowerPoint Presentation</vt:lpstr>
      <vt:lpstr>PowerPoint Presentation</vt:lpstr>
      <vt:lpstr>PowerPoint Presentation</vt:lpstr>
      <vt:lpstr>Python  codes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RANI KUMARI</dc:creator>
  <cp:lastModifiedBy>RANI KUMARI</cp:lastModifiedBy>
  <cp:revision>1</cp:revision>
  <dcterms:created xsi:type="dcterms:W3CDTF">2025-11-05T15:28:10Z</dcterms:created>
  <dcterms:modified xsi:type="dcterms:W3CDTF">2025-11-05T16:00:21Z</dcterms:modified>
</cp:coreProperties>
</file>